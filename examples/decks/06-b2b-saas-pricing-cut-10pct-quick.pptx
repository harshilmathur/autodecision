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1A1A"/>
                </a:solidFill>
                <a:latin typeface="Georgia"/>
              </a:rPr>
              <a:t>Should I drop B2B SaaS pricing by 10%?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Quick Decision Brief — single-pass analysis, no council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6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analysis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7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Do not implement a blanket 10% cut; restructure to hybrid pricing or test segmented promo instead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828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DO NOT cut blanket pricing 10%. Cut is too small to move enterprise (inelastic), too large to ignore in margin (3-7 pts compression), and 60%+ likely to be matched by competitors within 90 days. Instead: (a) segmented SMB-only promotional tier, (b) usage-based or hybrid component giving lower entry without permanent anchor reset, or (c) time-limited 10% discount for annual commitments to test elasticity first.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31596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389120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LOW-MEDIUM · single pass, no adversarial pressure · run /autodecision for full council + iteration on a high-stakes pricing call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402336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31596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389120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Price elasticity in target segment &gt;1 [G1] · Competitors don't match within 90 days [G3] · Cut applies uniformly · Sales team doesn't stack additional discounts · Existing customers don't discover and demand parity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402336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31596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389120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ARPU on new deals · Existing customer renewal demands · SMB vs enterprise acquisition split · Competitor pricing pages · Sales discount stacking · Gross margin trend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15721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44982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522976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Competitor matches within 90 days (P=0.60) · Sales team uses cut as crutch (P=0.50) · Existing customers demand renegotiation (P=0.70) · Margin compresses 3-7 points (P=0.85)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15721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DOMINANT RISK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44982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522976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Enterprise inelasticity — 3x less price-sensitive than SMB [G1]. A 10% cut lands in the dead zone: too small to change vendor selection, large enough to compress margins materially.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15721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BETTER ALTERNATIVE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44982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522976"/>
            <a:ext cx="3606800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Hybrid / usage-based pricing — Chargebee data [G6] shows 38% higher revenue growth premium · 43% of SaaS already hybrid · Gartner predicts 70% prefer usage by 2026 [G7]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(single-pass) · [G1], [G3], [G6], [G7]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Quick-mode single-pass against grounded data — what did the analysis surface?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Quick-mode single-pass analysis with 4 hypotheses, 12 effects, 5 sensitivity assumptions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Mode: Quick (single-pass, no council, no iteration, no adversarial pressure) — fast sanity check before a real decision, not a final answer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4 hypotheses generated — including the 'restructure pricing instead of cut' alternative that scored highest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12 effects mapped (7 first-order + 5 second-order) with probability + timeframe per effect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key assumptions ranked by sensitivity — 2 HIGH, 2 MEDIUM, 1 LOW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anchors: enterprise B2B price elasticity 3x lower than SMB [G1], competitor match rate 60%+ [G3], hybrid pricing 38% revenue premium [G6]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Confidence is bounded LOW-MEDIUM by design — for high-stakes pricing changes, run /autodecision for full council + iteration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Effects + Key Assumptions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Four hypotheses; only 'restructure to hybrid' survives the basic stress-test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Why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10% cut drives enough volume to offset revenue loss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Unlikely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Enterprise inelastic; only plausible in SMB segment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10% cut triggers competitor matching; net-zero benefit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Likely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60%+ match rate per [G3]; erodes market margins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10% cut is too small to matter (dead zone)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Likely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Doesn't shift vendor selection; does compress margins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Restructure pricing model (hybrid/usage-based) instead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4"/>
                </a:solidFill>
                <a:latin typeface="Helvetica"/>
              </a:rPr>
              <a:t>Recommended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models +38% revenue growth [G6]; addresses growth without permanent cut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Hypotheses</a:t>
            </a:r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Strongest signals: ARPU drop is certain; volume lift is segment-specific; competitor match is likely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probability × council-style agreement (single-pass: agreement is heuristic)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agreement weight (navy = strong evidence, fading to pale = single-source)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uncertainty range — wider bars mean less confidence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Three highest-P effects (ARPU drop, margin compression, CAC extension) are the cost side — all near-certain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Volume lift effects (SMB +5-15%, enterprise +0-5%) skew low — the cut is too small to move the needle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Effects (first + second order) · [G1], [G3], [G6]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 (synthesized from Data Foundation table; quick-mode briefs predate ## Sources schema)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2240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43200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Enterprise vs SMB price elasticity gap — up to 3x less sensitive in enterprise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Monetizely B2B SaaS elasticity research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23044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30444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230444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3230444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Cross-segment elasticity variation — 2-4x across B2B SaaS segments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230444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Monetizely measurement guide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71768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717688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717688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717688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Competitor price-matching rate — 60%+ of businesses respond to competitor price moves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3717688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Maxio, Cobloom SaaS pricing research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420493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204932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G4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204932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4204932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High-ARPU churn advantage — customers &gt;$250/mo have lowest churn rates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4204932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Vitally, Churnfree benchmarks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69217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692176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G5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692176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4692176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Value-based pricing premium — outperforms cost-plus and competitor-based by 30-40%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4692176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Cobloom, Dock pricing strategy research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51794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179420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G6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179420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40280" y="5179420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pricing revenue lift — 38% higher revenue growth vs single-model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5179420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Chargebee State of Subscriptions 2025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6666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666664"/>
            <a:ext cx="6400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G7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5666664"/>
            <a:ext cx="10972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5666664"/>
            <a:ext cx="68580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Usage-based pricing adoption — 43% SaaS hybrid; Gartner predicts 70% prefer usage by 2026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5666664"/>
            <a:ext cx="26517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Chargebee, Gartner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615390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Data Foundation table (synthesized into [G#] tags)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