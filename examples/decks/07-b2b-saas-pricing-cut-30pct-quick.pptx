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"/>
            <a:ext cx="329184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51C2C"/>
                </a:solidFill>
                <a:latin typeface="Georgia"/>
              </a:rPr>
              <a:t>Autodecision</a:t>
            </a:r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640080"/>
            <a:ext cx="5852160" cy="5852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194560"/>
            <a:ext cx="5303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A1A1A"/>
                </a:solidFill>
                <a:latin typeface="Georgia"/>
              </a:rPr>
              <a:t>Should I drop B2B SaaS pricing by 30%?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Helvetica"/>
              </a:rPr>
              <a:t>Quick Decision Brief — single-pass analysis, no council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897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7378"/>
                </a:solidFill>
                <a:latin typeface="Helvetica"/>
              </a:rPr>
              <a:t>April 2026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GENERATED BY AUTODECISION — possibility map with synthesized recommendation, not a single-shot answer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Table of contents</a:t>
            </a:r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02920" y="109728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Section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1234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Slides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02920" y="1600200"/>
            <a:ext cx="11186160" cy="0"/>
          </a:xfrm>
          <a:prstGeom prst="line">
            <a:avLst/>
          </a:prstGeom>
          <a:ln w="635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Recommendation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7830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How we explored this decision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4 – 6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What the analysis found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2788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7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Appendix — Sources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3291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elvetica"/>
              </a:rPr>
              <a:t>8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1/  RECOMMENDATION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Do not implement a blanket 30% cut; the math is brutally unfavorable in a market raising prices 8-25%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2011680"/>
            <a:ext cx="11186160" cy="21031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" cy="2103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06375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DO NOT cut blanket pricing 30%. You need 43% volume lift to break even (B2B sales cycles make this near-impossible in 12 months) [G1] · LTV drops 30%+ [G2] · 2026 market is RAISING prices 8-25% [G3] — your cut reads as desperation. Existing customers (P=0.80) demand retroactive pricing, anchor permanently resets (P=0.80). Instead: (a) lower-cost SMB-only entry tier, (b) 90-day competitive win-back with time-limited discount that doesn't reset anchor, or (c) invest the 10-20pt margin into sales / PLG / channel partnerships.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CONFIDENCE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4590288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663440"/>
            <a:ext cx="3606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LOW-MEDIUM · single pass, no adversarial pressure · run /autodecision for full council on a high-stakes pricing call of this magnitude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2600" y="429768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DEPENDS ON</a:t>
            </a:r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292600" y="4590288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2600" y="4663440"/>
            <a:ext cx="3606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43% volume lift achievable in 12 months [G1] · Brand survives 30% cut in 8-25% raising market [G3] · Existing customers don't demand retroactive pricing · Competitors don't escalate to price war · LTV holds despite 30% ARPU reduction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2280" y="4297680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MONITOR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082280" y="4590288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82280" y="4663440"/>
            <a:ext cx="3606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ARPU on new deals · Existing customer renewal renegotiation rate · Competitor pricing pages and announcements · Enterprise vs SMB acquisition mix · Net revenue retention · Fundraising market reception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529437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196F3"/>
                </a:solidFill>
                <a:latin typeface="Helvetica"/>
              </a:rPr>
              <a:t>PRE-MORTEM</a:t>
            </a:r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02920" y="5586984"/>
            <a:ext cx="3606800" cy="0"/>
          </a:xfrm>
          <a:prstGeom prst="line">
            <a:avLst/>
          </a:prstGeom>
          <a:ln w="1524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5660136"/>
            <a:ext cx="3606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43% volume lift fails in 12 months (P=0.75) · Margin compresses 10-20 points (P=0.90) · Existing customers demand retroactive pricing (P=0.80) · LTV drops 30%+ (P=0.80) · Price anchor permanently resets (P=0.80)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2600" y="529437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54AD8"/>
                </a:solidFill>
                <a:latin typeface="Helvetica"/>
              </a:rPr>
              <a:t>DOMINANT RISK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292600" y="5586984"/>
            <a:ext cx="3606800" cy="0"/>
          </a:xfrm>
          <a:prstGeom prst="line">
            <a:avLst/>
          </a:prstGeom>
          <a:ln w="15240">
            <a:solidFill>
              <a:srgbClr val="05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92600" y="5660136"/>
            <a:ext cx="3606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No B2B SaaS precedent of a large price reduction succeeding [G9]. Industry playbook is raise / restructure / tier — never cut. A 30% cut against an 8-25% raising market signals distress to enterprise buyers AND investors.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2280" y="5294376"/>
            <a:ext cx="360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89BC7"/>
                </a:solidFill>
                <a:latin typeface="Helvetica"/>
              </a:rPr>
              <a:t>BETTER ALTERNATIVE</a:t>
            </a:r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8082280" y="5586984"/>
            <a:ext cx="3606800" cy="0"/>
          </a:xfrm>
          <a:prstGeom prst="line">
            <a:avLst/>
          </a:prstGeom>
          <a:ln w="15240">
            <a:solidFill>
              <a:srgbClr val="E89B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2280" y="5660136"/>
            <a:ext cx="3606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Helvetica"/>
              </a:rPr>
              <a:t>Restructure to hybrid / usage-based — Chargebee data [G6] shows 38% higher revenue growth premium · Captures price-sensitive demand without permanent anchor reset · Already proven across 43% of SaaS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(single-pass) · [G1], [G2], [G3], [G6], [G9]</a:t>
            </a:r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96F3"/>
                </a:solidFill>
                <a:latin typeface="Helvetica"/>
              </a:rPr>
              <a:t>PART 2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Georgia"/>
              </a:rPr>
              <a:t>How we explored
this decision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3931920"/>
            <a:ext cx="7315200" cy="0"/>
          </a:xfrm>
          <a:prstGeom prst="line">
            <a:avLst/>
          </a:prstGeom>
          <a:ln w="12700">
            <a:solidFill>
              <a:srgbClr val="4A6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B8C4D0"/>
                </a:solidFill>
                <a:latin typeface="Helvetica"/>
              </a:rPr>
              <a:t>Quick-mode single-pass against grounded data — what did the analysis surface?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9CA9B5"/>
                </a:solidFill>
                <a:latin typeface="Helvetica"/>
              </a:rPr>
              <a:t>Autodecision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2.1/  HOW WE ANALYZED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Quick-mode single-pass with 5 hypotheses, 15 effects, 6 sensitivity assumptions — all 3 HIGH are FRAGILE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11186160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Mode: Quick (single-pass, no council, no iteration, no adversarial pressure) — fast sanity check before a real decision, not a final answer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5 hypotheses generated — including 'restructure to hybrid' which scored highest, and 'cut works IF paired with model restructure' which is the only narrow-win condition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15 effects mapped (8 first-order + 7 second-order) with probability + timeframe per effect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6 key assumptions ranked by sensitivity — 3 HIGH (all FRAGILE per single-pass adversary), 2 MEDIUM, 1 LOW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Real-world anchors: 43% volume needed to break even at 30% cut [G1] · LTV drops 30%+ on discounting research [G2] · 2026 market raising 8-25% [G3] · No B2B SaaS precedent of large reduction succeeding [G9]</a:t>
            </a:r>
            <a:endParaRPr/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200">
                <a:solidFill>
                  <a:srgbClr val="054AD8"/>
                </a:solidFill>
                <a:latin typeface="Helvetica"/>
              </a:rPr>
              <a:t>▪  </a:t>
            </a:r>
            <a:r>
              <a:rPr sz="1200">
                <a:solidFill>
                  <a:srgbClr val="1A1A1A"/>
                </a:solidFill>
                <a:latin typeface="Helvetica"/>
              </a:rPr>
              <a:t>Confidence is bounded LOW-MEDIUM by design — 30% is a major pricing change; do not act on this alone, run /autodecision for full council + iteration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— Effects + Key Assumptions</a:t>
            </a:r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2.2/  HYPOTHESES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Five hypotheses; only restructure-to-hybrid avoids permanent anchor reset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201168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#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Hypothesis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74920" y="201168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Status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Why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02920" y="24231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51460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1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30% cut drives 43%+ volume increase</a:t>
            </a:r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74920" y="256032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1460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Extremely unlikely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B2B sales cycles 3-9 months · 43% lift in &lt;12mo near-impossible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01752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1752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30% cut wins deals but destroys margins</a:t>
            </a:r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4920" y="306324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301752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Pyrrhic victory</a:t>
            </a: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0175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CAC payback 18-24mo · LTV -30%+ · multiples compress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502920" y="35204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352044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5204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30% cut signals desperation</a:t>
            </a:r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920" y="3566160"/>
            <a:ext cx="118872" cy="1188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76088" y="352044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Helvetica"/>
              </a:rPr>
              <a:t>Likely</a:t>
            </a: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352044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Cutting in 8-25% raising market reads as distress to buyers + investors</a:t>
            </a:r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502920" y="402336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402336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4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02336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30% cut works IF paired with model restructure</a:t>
            </a:r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74920" y="4069080"/>
            <a:ext cx="118872" cy="118872"/>
          </a:xfrm>
          <a:prstGeom prst="ellipse">
            <a:avLst/>
          </a:prstGeom>
          <a:solidFill>
            <a:srgbClr val="6E7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02336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E7378"/>
                </a:solidFill>
                <a:latin typeface="Helvetica"/>
              </a:rPr>
              <a:t>Narrow win condition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43800" y="402336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Only if entry tier in land-and-expand, not a cut to existing price</a:t>
            </a:r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2628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526280"/>
            <a:ext cx="45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5</a:t>
            </a: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45262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Restructure to hybrid / usage-based instead</a:t>
            </a:r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74920" y="4572000"/>
            <a:ext cx="118872" cy="118872"/>
          </a:xfrm>
          <a:prstGeom prst="ellipse">
            <a:avLst/>
          </a:prstGeom>
          <a:solidFill>
            <a:srgbClr val="1F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76088" y="45262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4"/>
                </a:solidFill>
                <a:latin typeface="Helvetica"/>
              </a:rPr>
              <a:t>Recommended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452628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+38% revenue growth premium [G6] · captures demand without anchor reset</a:t>
            </a:r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502920" y="502920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— Hypotheses</a:t>
            </a:r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3.1/  EFFECTS MAP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Strongest signals: ARPU collapse, margin compression, anchor reset — all near-certain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7315200" cy="4174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2011680"/>
            <a:ext cx="3596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Top 12 effects ranked by probability × agreement (single-pass: agreement is heuristic)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Bar color = agreement weight (navy = strong evidence, fading to pale = single-source)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Black bracket = uncertainty range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Five effects at P&gt;=0.80 — the cost side is near-certain, the upside (volume lift) is materially less certain</a:t>
            </a:r>
            <a:endParaRPr/>
          </a:p>
          <a:p>
            <a:pPr>
              <a:lnSpc>
                <a:spcPct val="140000"/>
              </a:lnSpc>
              <a:spcAft>
                <a:spcPts val="500"/>
              </a:spcAft>
            </a:pPr>
            <a:r>
              <a:rPr sz="1000">
                <a:solidFill>
                  <a:srgbClr val="054AD8"/>
                </a:solidFill>
                <a:latin typeface="Helvetica"/>
              </a:rPr>
              <a:t>▪  </a:t>
            </a:r>
            <a:r>
              <a:rPr sz="1000">
                <a:solidFill>
                  <a:srgbClr val="1A1A1A"/>
                </a:solidFill>
                <a:latin typeface="Helvetica"/>
              </a:rPr>
              <a:t>Anchor reset (P=0.80) is the long-term scar — future increases face 3-5x resistance regardless of how the 30% cut performs short-term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— Effects (first + second order) · [G1], [G2], [G3]</a:t>
            </a:r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4AD8"/>
                </a:solidFill>
                <a:latin typeface="Helvetica"/>
              </a:rPr>
              <a:t>APPENDIX  SOURCES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86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Georgia"/>
              </a:rPr>
              <a:t>Selected sources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502920" y="1737360"/>
            <a:ext cx="11186160" cy="0"/>
          </a:xfrm>
          <a:prstGeom prst="line">
            <a:avLst/>
          </a:prstGeom>
          <a:ln w="9525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810512"/>
            <a:ext cx="1118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E7378"/>
                </a:solidFill>
                <a:latin typeface="Helvetica"/>
              </a:rPr>
              <a:t>Tags appear inline throughout the deck — [G#] = ground data (synthesized from Data Foundation table; quick-mode briefs predate ## Sources schema)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Tag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Type</a:t>
            </a: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22402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Claim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Helvetica"/>
              </a:rPr>
              <a:t>Source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02920" y="2651760"/>
            <a:ext cx="11247120" cy="0"/>
          </a:xfrm>
          <a:prstGeom prst="line">
            <a:avLst/>
          </a:prstGeom>
          <a:ln w="1270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743200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G1</a:t>
            </a: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2743200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Breakeven volume increase needed at 30% cut — 43% more customers (1/0.7)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Basic math</a:t>
            </a:r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502920" y="312216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122168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G2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122168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80" y="3122168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LTV impact of SaaS discounting — lowers LTV by over 30%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3122168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SBI State of B2B SaaS Pricing 2024, T2D3</a:t>
            </a:r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02920" y="350113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3501136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G3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501136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3501136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Industry price direction 2026 — average 8-12% increases; aggressive movers 15-25%</a:t>
            </a: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3501136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Visdum, Ibbaka 2026 predictions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2920" y="388010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880104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G4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3880104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0280" y="3880104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Churn spike from pricing changes — 10-15% without legacy customer protection</a:t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3880104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Ibbaka, Visdum research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02920" y="425907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4259072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G5</a:t>
            </a: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4259072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0280" y="4259072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Enterprise vs SMB price sensitivity — enterprise 3x less price-sensitive</a:t>
            </a: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98280" y="4259072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Monetizely elasticity research</a:t>
            </a:r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502920" y="4638040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4638040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G6</a:t>
            </a: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4638040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40280" y="4638040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Hybrid pricing revenue premium — 38% higher revenue growth vs single-model</a:t>
            </a: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98280" y="4638040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Chargebee State of Subscriptions 2025</a:t>
            </a:r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02920" y="5017008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5017008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G7</a:t>
            </a:r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5017008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40280" y="5017008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B2B SaaS market 2026 — mid-cap stocks lost 30%+ in Feb 2026 SaaSpocalypse</a:t>
            </a: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98280" y="5017008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Financial media</a:t>
            </a:r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02920" y="5395976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5395976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G8</a:t>
            </a: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3000" y="5395976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240280" y="5395976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Churn revenue impact — all-time high, 30% above COVID boom peak</a:t>
            </a: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98280" y="5395976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SaaStr, industry benchmarks</a:t>
            </a:r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02920" y="5774944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774944"/>
            <a:ext cx="6400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G9</a:t>
            </a: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43000" y="5774944"/>
            <a:ext cx="109728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Ground</a:t>
            </a:r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40280" y="5774944"/>
            <a:ext cx="685800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No B2B SaaS precedent of a large price reduction succeeding — playbook is raise/restructure/tier</a:t>
            </a: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98280" y="5774944"/>
            <a:ext cx="2651760" cy="378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Helvetica"/>
              </a:rPr>
              <a:t>Monetizely, Cobloom, multiple sources</a:t>
            </a:r>
            <a:endParaRPr/>
          </a:p>
        </p:txBody>
      </p:sp>
      <p:cxnSp>
        <p:nvCxnSpPr>
          <p:cNvPr id="55" name="Connector 54"/>
          <p:cNvCxnSpPr/>
          <p:nvPr/>
        </p:nvCxnSpPr>
        <p:spPr>
          <a:xfrm>
            <a:off x="502920" y="6153912"/>
            <a:ext cx="11247120" cy="0"/>
          </a:xfrm>
          <a:prstGeom prst="line">
            <a:avLst/>
          </a:prstGeom>
          <a:ln w="6350">
            <a:solidFill>
              <a:srgbClr val="C8CC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65653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E7378"/>
                </a:solidFill>
                <a:latin typeface="Helvetica"/>
              </a:rPr>
              <a:t>Source: Quick Decision Brief — Data Foundation table (synthesized into [G#] tags)</a:t>
            </a:r>
            <a:endParaRPr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528816"/>
            <a:ext cx="164592" cy="16459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1440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E7378"/>
                </a:solidFill>
                <a:latin typeface="Helvetica"/>
              </a:rPr>
              <a:t>Autodecision     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